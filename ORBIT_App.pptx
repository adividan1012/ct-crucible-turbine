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79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7A9537-A603-957A-C8D9-1507EA109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569" y="358712"/>
            <a:ext cx="5628862" cy="3070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800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Aaditya Sadhu</cp:lastModifiedBy>
  <cp:revision>2</cp:revision>
  <dcterms:created xsi:type="dcterms:W3CDTF">2013-01-27T09:14:16Z</dcterms:created>
  <dcterms:modified xsi:type="dcterms:W3CDTF">2026-04-11T15:01:01Z</dcterms:modified>
  <cp:category/>
</cp:coreProperties>
</file>